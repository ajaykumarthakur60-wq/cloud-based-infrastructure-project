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4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4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3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426364"/>
            <a:ext cx="7315200" cy="1154097"/>
          </a:xfrm>
        </p:spPr>
        <p:txBody>
          <a:bodyPr>
            <a:normAutofit/>
          </a:bodyPr>
          <a:lstStyle/>
          <a:p>
            <a:r>
              <a:rPr lang="en-US" sz="2400" b="1" kern="0" dirty="0">
                <a:effectLst/>
                <a:latin typeface="Mangal" panose="02040503050203030202" pitchFamily="18" charset="0"/>
                <a:ea typeface="Times New Roman" panose="02020603050405020304" pitchFamily="18" charset="0"/>
              </a:rPr>
              <a:t>Implementation of Cloud-Based Infrastructure in business Operations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Submitted in partial fulfillment of the requirements for the award of the degree of</a:t>
            </a:r>
            <a:endParaRPr lang="en-IN" dirty="0"/>
          </a:p>
          <a:p>
            <a:r>
              <a:rPr lang="en-US" dirty="0"/>
              <a:t>Master of Computer Application (MCA)</a:t>
            </a:r>
            <a:endParaRPr lang="en-IN" dirty="0"/>
          </a:p>
          <a:p>
            <a:r>
              <a:rPr lang="en-US" dirty="0"/>
              <a:t>By</a:t>
            </a:r>
            <a:endParaRPr lang="en-IN" dirty="0"/>
          </a:p>
          <a:p>
            <a:r>
              <a:rPr lang="en-US" dirty="0"/>
              <a:t>Student Name: Ajay Kumar Thakur</a:t>
            </a:r>
            <a:endParaRPr lang="en-IN" dirty="0"/>
          </a:p>
          <a:p>
            <a:r>
              <a:rPr lang="en-US" dirty="0"/>
              <a:t>Enrollment No: 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O24MCA112033</a:t>
            </a:r>
            <a:endParaRPr lang="en-IN" dirty="0"/>
          </a:p>
          <a:p>
            <a:r>
              <a:rPr lang="en-US" dirty="0"/>
              <a:t>Under the guidance of</a:t>
            </a:r>
            <a:endParaRPr lang="en-IN" dirty="0"/>
          </a:p>
          <a:p>
            <a:r>
              <a:rPr lang="en-US" dirty="0"/>
              <a:t>Guide/Mentor Name: Mr. </a:t>
            </a:r>
            <a:r>
              <a:rPr lang="en-US" sz="18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Anirban Bose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4572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4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Certificate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Certificate from Qollabb to be attached</a:t>
            </a:r>
          </a:p>
          <a:p>
            <a:pPr lvl="1"/>
            <a:r>
              <a:rPr sz="2400">
                <a:latin typeface="Calibri"/>
              </a:rPr>
              <a:t>Project completed under mentor guidance</a:t>
            </a:r>
          </a:p>
          <a:p>
            <a:pPr lvl="1"/>
            <a:r>
              <a:rPr sz="2400">
                <a:latin typeface="Calibri"/>
              </a:rPr>
              <a:t>Institutional verification required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823347"/>
          </a:xfrm>
        </p:spPr>
        <p:txBody>
          <a:bodyPr/>
          <a:lstStyle/>
          <a:p>
            <a:r>
              <a:rPr dirty="0"/>
              <a:t>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368063"/>
            <a:ext cx="7315200" cy="3941298"/>
          </a:xfrm>
        </p:spPr>
        <p:txBody>
          <a:bodyPr>
            <a:noAutofit/>
          </a:bodyPr>
          <a:lstStyle/>
          <a:p>
            <a:r>
              <a:rPr lang="en-IN" sz="1200" dirty="0">
                <a:latin typeface="Calibri" pitchFamily="34" charset="0"/>
                <a:cs typeface="Calibri" pitchFamily="34" charset="0"/>
              </a:rPr>
              <a:t>I am Ajay Kumar Thakur hereby solemnly declare that the project report titled </a:t>
            </a:r>
            <a:r>
              <a:rPr lang="en-IN" sz="1200" b="1" dirty="0">
                <a:latin typeface="Calibri" pitchFamily="34" charset="0"/>
                <a:cs typeface="Calibri" pitchFamily="34" charset="0"/>
              </a:rPr>
              <a:t>"</a:t>
            </a:r>
            <a:r>
              <a:rPr lang="en-US" sz="1200" kern="0" dirty="0">
                <a:solidFill>
                  <a:srgbClr val="2F5496"/>
                </a:solidFill>
                <a:effectLst/>
                <a:latin typeface="Mangal" panose="02040503050203030202" pitchFamily="18" charset="0"/>
                <a:ea typeface="Times New Roman" panose="02020603050405020304" pitchFamily="18" charset="0"/>
              </a:rPr>
              <a:t>Implementation of Cloud-Based Infrastructure in business Operations</a:t>
            </a:r>
            <a:r>
              <a:rPr lang="en-IN" sz="1200" b="1" dirty="0">
                <a:latin typeface="Calibri" pitchFamily="34" charset="0"/>
                <a:cs typeface="Calibri" pitchFamily="34" charset="0"/>
              </a:rPr>
              <a:t>"</a:t>
            </a:r>
            <a:r>
              <a:rPr lang="en-IN" sz="1200" dirty="0">
                <a:latin typeface="Calibri" pitchFamily="34" charset="0"/>
                <a:cs typeface="Calibri" pitchFamily="34" charset="0"/>
              </a:rPr>
              <a:t> submitted in partial fulfillment of the requirements for the award of the degree of </a:t>
            </a:r>
            <a:r>
              <a:rPr lang="en-IN" sz="1200" b="1" dirty="0">
                <a:latin typeface="Calibri" pitchFamily="34" charset="0"/>
                <a:cs typeface="Calibri" pitchFamily="34" charset="0"/>
              </a:rPr>
              <a:t>Master of Computer Application (MCA) </a:t>
            </a:r>
            <a:r>
              <a:rPr lang="en-IN" sz="1200" dirty="0">
                <a:latin typeface="Calibri" pitchFamily="34" charset="0"/>
                <a:cs typeface="Calibri" pitchFamily="34" charset="0"/>
              </a:rPr>
              <a:t>is my original work.</a:t>
            </a:r>
          </a:p>
          <a:p>
            <a:r>
              <a:rPr lang="en-IN" sz="1200" dirty="0">
                <a:latin typeface="Calibri" pitchFamily="34" charset="0"/>
                <a:cs typeface="Calibri" pitchFamily="34" charset="0"/>
              </a:rPr>
              <a:t>I further declare that:</a:t>
            </a:r>
          </a:p>
          <a:p>
            <a:pPr lvl="0"/>
            <a:r>
              <a:rPr lang="en-IN" sz="1200" dirty="0">
                <a:latin typeface="Calibri" pitchFamily="34" charset="0"/>
                <a:cs typeface="Calibri" pitchFamily="34" charset="0"/>
              </a:rPr>
              <a:t>This project has been carried out by me during the academic year 2024-2026 under the supervision of </a:t>
            </a:r>
            <a:r>
              <a:rPr lang="en-US" sz="1200" dirty="0"/>
              <a:t>Mr. </a:t>
            </a:r>
            <a:r>
              <a:rPr lang="en-US" sz="12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Anirban Bose</a:t>
            </a:r>
            <a:r>
              <a:rPr lang="en-IN" sz="1200" b="1" dirty="0">
                <a:latin typeface="Calibri" pitchFamily="34" charset="0"/>
                <a:cs typeface="Calibri" pitchFamily="34" charset="0"/>
              </a:rPr>
              <a:t> (Guide/Mentor Name)</a:t>
            </a:r>
            <a:r>
              <a:rPr lang="en-IN" sz="1200" dirty="0">
                <a:latin typeface="Calibri" pitchFamily="34" charset="0"/>
                <a:cs typeface="Calibri" pitchFamily="34" charset="0"/>
              </a:rPr>
              <a:t>.</a:t>
            </a:r>
          </a:p>
          <a:p>
            <a:pPr lvl="0"/>
            <a:r>
              <a:rPr lang="en-IN" sz="1200" dirty="0">
                <a:latin typeface="Calibri" pitchFamily="34" charset="0"/>
                <a:cs typeface="Calibri" pitchFamily="34" charset="0"/>
              </a:rPr>
              <a:t>The work has not been submitted previously to any other university, institution, or examination body for the award of any degree, diploma, or certification.</a:t>
            </a:r>
          </a:p>
          <a:p>
            <a:pPr lvl="0"/>
            <a:r>
              <a:rPr lang="en-IN" sz="1200" dirty="0">
                <a:latin typeface="Calibri" pitchFamily="34" charset="0"/>
                <a:cs typeface="Calibri" pitchFamily="34" charset="0"/>
              </a:rPr>
              <a:t>All sources of information used in this report have been duly acknowledged and referenced in accordance with academic ethics and plagiarism norms.</a:t>
            </a:r>
          </a:p>
          <a:p>
            <a:pPr lvl="0"/>
            <a:r>
              <a:rPr lang="en-IN" sz="1200" dirty="0">
                <a:latin typeface="Calibri" pitchFamily="34" charset="0"/>
                <a:cs typeface="Calibri" pitchFamily="34" charset="0"/>
              </a:rPr>
              <a:t>The data presented in this report is authentic to the best of my knowledge and has not been fabricated or manipulated.</a:t>
            </a:r>
          </a:p>
          <a:p>
            <a:pPr lvl="0"/>
            <a:r>
              <a:rPr lang="en-IN" sz="1200" dirty="0">
                <a:latin typeface="Calibri" pitchFamily="34" charset="0"/>
                <a:cs typeface="Calibri" pitchFamily="34" charset="0"/>
              </a:rPr>
              <a:t>I understand that if any part of this declaration is found to be false, my project may be rejected and disciplinary action may be taken as per institutional rules.</a:t>
            </a:r>
          </a:p>
          <a:p>
            <a:r>
              <a:rPr lang="en-IN" sz="1200" dirty="0">
                <a:latin typeface="Calibri" pitchFamily="34" charset="0"/>
                <a:cs typeface="Calibri" pitchFamily="34" charset="0"/>
              </a:rPr>
              <a:t>Place: Delhi</a:t>
            </a:r>
            <a:br>
              <a:rPr lang="en-IN" sz="1200" dirty="0">
                <a:latin typeface="Calibri" pitchFamily="34" charset="0"/>
                <a:cs typeface="Calibri" pitchFamily="34" charset="0"/>
              </a:rPr>
            </a:br>
            <a:r>
              <a:rPr lang="en-IN" sz="1200" dirty="0">
                <a:latin typeface="Calibri" pitchFamily="34" charset="0"/>
                <a:cs typeface="Calibri" pitchFamily="34" charset="0"/>
              </a:rPr>
              <a:t>Date: 03-05-2026</a:t>
            </a:r>
          </a:p>
          <a:p>
            <a:r>
              <a:rPr lang="en-IN" sz="1200" dirty="0">
                <a:latin typeface="Calibri" pitchFamily="34" charset="0"/>
                <a:cs typeface="Calibri" pitchFamily="34" charset="0"/>
              </a:rPr>
              <a:t>Student Signature: Ajay</a:t>
            </a:r>
            <a:br>
              <a:rPr lang="en-IN" sz="1200" dirty="0">
                <a:latin typeface="Calibri" pitchFamily="34" charset="0"/>
                <a:cs typeface="Calibri" pitchFamily="34" charset="0"/>
              </a:rPr>
            </a:br>
            <a:r>
              <a:rPr lang="en-IN" sz="1200" dirty="0">
                <a:latin typeface="Calibri" pitchFamily="34" charset="0"/>
                <a:cs typeface="Calibri" pitchFamily="34" charset="0"/>
              </a:rPr>
              <a:t>Student Name: Ajay Kumar Thakur</a:t>
            </a:r>
            <a:br>
              <a:rPr lang="en-IN" sz="1200" dirty="0">
                <a:latin typeface="Calibri" pitchFamily="34" charset="0"/>
                <a:cs typeface="Calibri" pitchFamily="34" charset="0"/>
              </a:rPr>
            </a:br>
            <a:r>
              <a:rPr lang="en-IN" sz="1200" dirty="0" err="1">
                <a:latin typeface="Calibri" pitchFamily="34" charset="0"/>
                <a:cs typeface="Calibri" pitchFamily="34" charset="0"/>
              </a:rPr>
              <a:t>Enrollment</a:t>
            </a:r>
            <a:r>
              <a:rPr lang="en-IN" sz="1200" dirty="0">
                <a:latin typeface="Calibri" pitchFamily="34" charset="0"/>
                <a:cs typeface="Calibri" pitchFamily="34" charset="0"/>
              </a:rPr>
              <a:t> No: </a:t>
            </a:r>
            <a:r>
              <a:rPr lang="en-IN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O24MCA112033</a:t>
            </a:r>
            <a:endParaRPr lang="en-IN" sz="12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latin typeface="Calibri"/>
              </a:rPr>
              <a:t>Thanks to mentor</a:t>
            </a:r>
          </a:p>
          <a:p>
            <a:pPr lvl="1"/>
            <a:r>
              <a:rPr sz="2400" dirty="0">
                <a:latin typeface="Calibri"/>
              </a:rPr>
              <a:t>Faculty support appreciated</a:t>
            </a:r>
          </a:p>
          <a:p>
            <a:pPr lvl="1"/>
            <a:r>
              <a:rPr sz="2400" dirty="0">
                <a:latin typeface="Calibri"/>
              </a:rPr>
              <a:t>Institutional assistance recognized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Abstract /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latin typeface="Calibri"/>
              </a:rPr>
              <a:t>Project Topic Overview</a:t>
            </a:r>
          </a:p>
          <a:p>
            <a:pPr lvl="1"/>
            <a:r>
              <a:rPr sz="2400" dirty="0">
                <a:latin typeface="Calibri"/>
              </a:rPr>
              <a:t>Objectives</a:t>
            </a:r>
          </a:p>
          <a:p>
            <a:pPr lvl="1"/>
            <a:r>
              <a:rPr sz="2400" dirty="0">
                <a:latin typeface="Calibri"/>
              </a:rPr>
              <a:t>System Analysis &amp; Design</a:t>
            </a:r>
          </a:p>
          <a:p>
            <a:pPr lvl="1"/>
            <a:r>
              <a:rPr sz="2400" dirty="0">
                <a:latin typeface="Calibri"/>
              </a:rPr>
              <a:t>Implementation &amp; Testing</a:t>
            </a:r>
          </a:p>
          <a:p>
            <a:pPr lvl="1"/>
            <a:r>
              <a:rPr sz="2400" dirty="0">
                <a:latin typeface="Calibri"/>
              </a:rPr>
              <a:t>Future Scope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Chapter 1: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latin typeface="Calibri"/>
              </a:rPr>
              <a:t>Project Background</a:t>
            </a:r>
          </a:p>
          <a:p>
            <a:pPr lvl="1"/>
            <a:r>
              <a:rPr sz="2400" dirty="0">
                <a:latin typeface="Calibri"/>
              </a:rPr>
              <a:t>Problem Definition</a:t>
            </a:r>
          </a:p>
          <a:p>
            <a:pPr lvl="1"/>
            <a:r>
              <a:rPr sz="2400" dirty="0">
                <a:latin typeface="Calibri"/>
              </a:rPr>
              <a:t>Objectives</a:t>
            </a:r>
          </a:p>
          <a:p>
            <a:pPr lvl="1"/>
            <a:r>
              <a:rPr sz="2400" dirty="0">
                <a:latin typeface="Calibri"/>
              </a:rPr>
              <a:t>Scope</a:t>
            </a:r>
          </a:p>
          <a:p>
            <a:pPr lvl="1"/>
            <a:r>
              <a:rPr sz="2400" dirty="0">
                <a:latin typeface="Calibri"/>
              </a:rPr>
              <a:t>Technology Overview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Chapter 2: System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latin typeface="Calibri"/>
              </a:rPr>
              <a:t>Existing System</a:t>
            </a:r>
          </a:p>
          <a:p>
            <a:pPr lvl="1"/>
            <a:r>
              <a:rPr sz="2400" dirty="0">
                <a:latin typeface="Calibri"/>
              </a:rPr>
              <a:t>Limitations</a:t>
            </a:r>
          </a:p>
          <a:p>
            <a:pPr lvl="1"/>
            <a:r>
              <a:rPr sz="2400" dirty="0">
                <a:latin typeface="Calibri"/>
              </a:rPr>
              <a:t>Feasibility Study</a:t>
            </a:r>
          </a:p>
          <a:p>
            <a:pPr lvl="1"/>
            <a:r>
              <a:rPr sz="2400" dirty="0">
                <a:latin typeface="Calibri"/>
              </a:rPr>
              <a:t>Requirement Gathering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Chapter 3: System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latin typeface="Calibri"/>
              </a:rPr>
              <a:t>Requirement Analysis</a:t>
            </a:r>
          </a:p>
          <a:p>
            <a:pPr lvl="1"/>
            <a:r>
              <a:rPr sz="2400" dirty="0">
                <a:latin typeface="Calibri"/>
              </a:rPr>
              <a:t>Functional Requirements</a:t>
            </a:r>
          </a:p>
          <a:p>
            <a:pPr lvl="1"/>
            <a:r>
              <a:rPr sz="2400" dirty="0">
                <a:latin typeface="Calibri"/>
              </a:rPr>
              <a:t>Non-Functional Requirements</a:t>
            </a:r>
          </a:p>
          <a:p>
            <a:pPr lvl="1"/>
            <a:r>
              <a:rPr sz="2400" dirty="0">
                <a:latin typeface="Calibri"/>
              </a:rPr>
              <a:t>DFD / Use Case Diagrams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Chapter 4: 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latin typeface="Calibri"/>
              </a:rPr>
              <a:t>System Architecture</a:t>
            </a:r>
          </a:p>
          <a:p>
            <a:pPr lvl="1"/>
            <a:r>
              <a:rPr sz="2400" dirty="0">
                <a:latin typeface="Calibri"/>
              </a:rPr>
              <a:t>Database Design</a:t>
            </a:r>
          </a:p>
          <a:p>
            <a:pPr lvl="1"/>
            <a:r>
              <a:rPr sz="2400" dirty="0">
                <a:latin typeface="Calibri"/>
              </a:rPr>
              <a:t>ER Diagram</a:t>
            </a:r>
          </a:p>
          <a:p>
            <a:pPr lvl="1"/>
            <a:r>
              <a:rPr sz="2400" dirty="0">
                <a:latin typeface="Calibri"/>
              </a:rPr>
              <a:t>UI Design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Chapter 5: 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latin typeface="Calibri"/>
              </a:rPr>
              <a:t>Technology Stack</a:t>
            </a:r>
          </a:p>
          <a:p>
            <a:pPr lvl="1"/>
            <a:r>
              <a:rPr sz="2400" dirty="0">
                <a:latin typeface="Calibri"/>
              </a:rPr>
              <a:t>Module Development</a:t>
            </a:r>
          </a:p>
          <a:p>
            <a:pPr lvl="1"/>
            <a:r>
              <a:rPr sz="2400" dirty="0">
                <a:latin typeface="Calibri"/>
              </a:rPr>
              <a:t>Database Integration</a:t>
            </a:r>
          </a:p>
          <a:p>
            <a:pPr lvl="1"/>
            <a:r>
              <a:rPr sz="2400" dirty="0">
                <a:latin typeface="Calibri"/>
              </a:rPr>
              <a:t>Deployment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6: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latin typeface="Calibri"/>
              </a:rPr>
              <a:t>Unit Testing</a:t>
            </a:r>
          </a:p>
          <a:p>
            <a:pPr lvl="1"/>
            <a:r>
              <a:rPr sz="2400" dirty="0">
                <a:latin typeface="Calibri"/>
              </a:rPr>
              <a:t>Integration Testing</a:t>
            </a:r>
          </a:p>
          <a:p>
            <a:pPr lvl="1"/>
            <a:r>
              <a:rPr sz="2400" dirty="0">
                <a:latin typeface="Calibri"/>
              </a:rPr>
              <a:t>System Testing</a:t>
            </a:r>
          </a:p>
          <a:p>
            <a:pPr lvl="1"/>
            <a:r>
              <a:rPr sz="2400" dirty="0">
                <a:latin typeface="Calibri"/>
              </a:rPr>
              <a:t>Test Cases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Chapter 7: 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latin typeface="Calibri"/>
              </a:rPr>
              <a:t>System Output</a:t>
            </a:r>
          </a:p>
          <a:p>
            <a:pPr lvl="1"/>
            <a:r>
              <a:rPr sz="2400" dirty="0">
                <a:latin typeface="Calibri"/>
              </a:rPr>
              <a:t>Performance Analysis</a:t>
            </a:r>
          </a:p>
          <a:p>
            <a:pPr lvl="1"/>
            <a:r>
              <a:rPr sz="2400" dirty="0">
                <a:latin typeface="Calibri"/>
              </a:rPr>
              <a:t>Advantages</a:t>
            </a:r>
          </a:p>
          <a:p>
            <a:pPr lvl="1"/>
            <a:r>
              <a:rPr sz="2400" dirty="0">
                <a:latin typeface="Calibri"/>
              </a:rPr>
              <a:t>Comparison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Chapter 8: 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latin typeface="Calibri"/>
              </a:rPr>
              <a:t>Project Summary</a:t>
            </a:r>
          </a:p>
          <a:p>
            <a:pPr lvl="1"/>
            <a:r>
              <a:rPr sz="2400" dirty="0">
                <a:latin typeface="Calibri"/>
              </a:rPr>
              <a:t>Objectives Achieved</a:t>
            </a:r>
          </a:p>
          <a:p>
            <a:pPr lvl="1"/>
            <a:r>
              <a:rPr sz="2400" dirty="0">
                <a:latin typeface="Calibri"/>
              </a:rPr>
              <a:t>Benefits</a:t>
            </a:r>
          </a:p>
          <a:p>
            <a:pPr lvl="1"/>
            <a:r>
              <a:rPr sz="2400" dirty="0">
                <a:latin typeface="Calibri"/>
              </a:rPr>
              <a:t>Future Enhancements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Chapter 9: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latin typeface="Calibri"/>
              </a:rPr>
              <a:t>Books &amp; Journals (APA)</a:t>
            </a:r>
          </a:p>
          <a:p>
            <a:pPr lvl="1"/>
            <a:r>
              <a:rPr sz="2400" dirty="0">
                <a:latin typeface="Calibri"/>
              </a:rPr>
              <a:t>Web Sources</a:t>
            </a:r>
          </a:p>
          <a:p>
            <a:pPr lvl="1"/>
            <a:r>
              <a:rPr sz="2400" dirty="0">
                <a:latin typeface="Calibri"/>
              </a:rPr>
              <a:t>Research Papers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Chapter 10: Appendices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latin typeface="Calibri"/>
              </a:rPr>
              <a:t>Source Code</a:t>
            </a:r>
          </a:p>
          <a:p>
            <a:pPr lvl="1"/>
            <a:r>
              <a:rPr sz="2400" dirty="0">
                <a:latin typeface="Calibri"/>
              </a:rPr>
              <a:t>Database Structure</a:t>
            </a:r>
          </a:p>
          <a:p>
            <a:pPr lvl="1"/>
            <a:r>
              <a:rPr sz="2400" dirty="0">
                <a:latin typeface="Calibri"/>
              </a:rPr>
              <a:t>User Manual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35170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3136</TotalTime>
  <Words>431</Words>
  <Application>Microsoft Office PowerPoint</Application>
  <PresentationFormat>On-screen Show (4:3)</PresentationFormat>
  <Paragraphs>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Mangal</vt:lpstr>
      <vt:lpstr>Times New Roman</vt:lpstr>
      <vt:lpstr>Wingdings</vt:lpstr>
      <vt:lpstr>Perspective</vt:lpstr>
      <vt:lpstr>Implementation of Cloud-Based Infrastructure in business Operations</vt:lpstr>
      <vt:lpstr>Certificate</vt:lpstr>
      <vt:lpstr>Declaration</vt:lpstr>
      <vt:lpstr>Acknowledgement</vt:lpstr>
      <vt:lpstr>Abstract / Executive Summary</vt:lpstr>
      <vt:lpstr>Chapter 1: Introduction</vt:lpstr>
      <vt:lpstr>Chapter 2: System Study</vt:lpstr>
      <vt:lpstr>Chapter 3: System Analysis</vt:lpstr>
      <vt:lpstr>Chapter 4: System Design</vt:lpstr>
      <vt:lpstr>Chapter 5: System Implementation</vt:lpstr>
      <vt:lpstr>Chapter 6: Testing</vt:lpstr>
      <vt:lpstr>Chapter 7: Results &amp; Discussion</vt:lpstr>
      <vt:lpstr>Chapter 8: Conclusion &amp; Future Scope</vt:lpstr>
      <vt:lpstr>Chapter 9: References</vt:lpstr>
      <vt:lpstr>Chapter 10: Appendices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 MCA / BcA / MSc (DS) Project Report Presentation</dc:title>
  <dc:creator>HP</dc:creator>
  <dc:description>generated using python-pptx</dc:description>
  <cp:lastModifiedBy>Ajay Kumar Thakur</cp:lastModifiedBy>
  <cp:revision>8</cp:revision>
  <dcterms:created xsi:type="dcterms:W3CDTF">2013-01-27T09:14:16Z</dcterms:created>
  <dcterms:modified xsi:type="dcterms:W3CDTF">2026-05-03T10:37:05Z</dcterms:modified>
</cp:coreProperties>
</file>